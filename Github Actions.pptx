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9E761-C7B4-4547-A2A5-48393F0BEBF0}" v="164" dt="2026-02-26T22:42:12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do, Nnamdi E" userId="0137d2af-d697-4102-b226-80f4af4142bc" providerId="ADAL" clId="{25680B4B-C29D-429E-99F0-FF91CFF74D1E}"/>
    <pc:docChg chg="undo custSel modSld">
      <pc:chgData name="Hedo, Nnamdi E" userId="0137d2af-d697-4102-b226-80f4af4142bc" providerId="ADAL" clId="{25680B4B-C29D-429E-99F0-FF91CFF74D1E}" dt="2026-02-26T22:42:12.323" v="162" actId="1076"/>
      <pc:docMkLst>
        <pc:docMk/>
      </pc:docMkLst>
      <pc:sldChg chg="addSp delSp modSp mod">
        <pc:chgData name="Hedo, Nnamdi E" userId="0137d2af-d697-4102-b226-80f4af4142bc" providerId="ADAL" clId="{25680B4B-C29D-429E-99F0-FF91CFF74D1E}" dt="2026-02-26T22:42:12.323" v="162" actId="1076"/>
        <pc:sldMkLst>
          <pc:docMk/>
          <pc:sldMk cId="2326271467" sldId="256"/>
        </pc:sldMkLst>
        <pc:spChg chg="add mod">
          <ac:chgData name="Hedo, Nnamdi E" userId="0137d2af-d697-4102-b226-80f4af4142bc" providerId="ADAL" clId="{25680B4B-C29D-429E-99F0-FF91CFF74D1E}" dt="2026-02-26T22:41:57.308" v="160" actId="1076"/>
          <ac:spMkLst>
            <pc:docMk/>
            <pc:sldMk cId="2326271467" sldId="256"/>
            <ac:spMk id="9" creationId="{CFB75718-87D2-00C9-EAE7-5FEFFAEB4DD2}"/>
          </ac:spMkLst>
        </pc:spChg>
        <pc:spChg chg="mod">
          <ac:chgData name="Hedo, Nnamdi E" userId="0137d2af-d697-4102-b226-80f4af4142bc" providerId="ADAL" clId="{25680B4B-C29D-429E-99F0-FF91CFF74D1E}" dt="2026-02-26T22:42:12.323" v="162" actId="1076"/>
          <ac:spMkLst>
            <pc:docMk/>
            <pc:sldMk cId="2326271467" sldId="256"/>
            <ac:spMk id="1104" creationId="{8E2AEAC6-13F1-0C70-005B-83016348FC52}"/>
          </ac:spMkLst>
        </pc:spChg>
        <pc:picChg chg="add del mod">
          <ac:chgData name="Hedo, Nnamdi E" userId="0137d2af-d697-4102-b226-80f4af4142bc" providerId="ADAL" clId="{25680B4B-C29D-429E-99F0-FF91CFF74D1E}" dt="2026-02-26T22:31:44.668" v="90" actId="478"/>
          <ac:picMkLst>
            <pc:docMk/>
            <pc:sldMk cId="2326271467" sldId="256"/>
            <ac:picMk id="2" creationId="{CA1DCD8F-B652-79BF-E48A-873B149A76AC}"/>
          </ac:picMkLst>
        </pc:picChg>
        <pc:picChg chg="add mod">
          <ac:chgData name="Hedo, Nnamdi E" userId="0137d2af-d697-4102-b226-80f4af4142bc" providerId="ADAL" clId="{25680B4B-C29D-429E-99F0-FF91CFF74D1E}" dt="2026-02-26T22:40:59.390" v="150" actId="1076"/>
          <ac:picMkLst>
            <pc:docMk/>
            <pc:sldMk cId="2326271467" sldId="256"/>
            <ac:picMk id="23" creationId="{F5A986F6-16DA-36FA-05ED-4530D2064686}"/>
          </ac:picMkLst>
        </pc:picChg>
        <pc:picChg chg="add del mod">
          <ac:chgData name="Hedo, Nnamdi E" userId="0137d2af-d697-4102-b226-80f4af4142bc" providerId="ADAL" clId="{25680B4B-C29D-429E-99F0-FF91CFF74D1E}" dt="2026-02-26T22:40:53.066" v="149" actId="478"/>
          <ac:picMkLst>
            <pc:docMk/>
            <pc:sldMk cId="2326271467" sldId="256"/>
            <ac:picMk id="1028" creationId="{880F86F2-BDC1-80E5-93AC-9218923BB42C}"/>
          </ac:picMkLst>
        </pc:picChg>
        <pc:picChg chg="mod">
          <ac:chgData name="Hedo, Nnamdi E" userId="0137d2af-d697-4102-b226-80f4af4142bc" providerId="ADAL" clId="{25680B4B-C29D-429E-99F0-FF91CFF74D1E}" dt="2026-02-26T22:28:42.477" v="6" actId="14100"/>
          <ac:picMkLst>
            <pc:docMk/>
            <pc:sldMk cId="2326271467" sldId="256"/>
            <ac:picMk id="1033" creationId="{CFA5F02F-B44C-141E-BF9E-8DECF1323B0F}"/>
          </ac:picMkLst>
        </pc:picChg>
        <pc:picChg chg="mod">
          <ac:chgData name="Hedo, Nnamdi E" userId="0137d2af-d697-4102-b226-80f4af4142bc" providerId="ADAL" clId="{25680B4B-C29D-429E-99F0-FF91CFF74D1E}" dt="2026-02-26T22:42:06.263" v="161" actId="1076"/>
          <ac:picMkLst>
            <pc:docMk/>
            <pc:sldMk cId="2326271467" sldId="256"/>
            <ac:picMk id="1086" creationId="{28B0EFAB-9FF9-5FC3-0DFD-7EEC1BAA06E2}"/>
          </ac:picMkLst>
        </pc:picChg>
        <pc:cxnChg chg="add mod">
          <ac:chgData name="Hedo, Nnamdi E" userId="0137d2af-d697-4102-b226-80f4af4142bc" providerId="ADAL" clId="{25680B4B-C29D-429E-99F0-FF91CFF74D1E}" dt="2026-02-26T22:41:18.876" v="154" actId="14100"/>
          <ac:cxnSpMkLst>
            <pc:docMk/>
            <pc:sldMk cId="2326271467" sldId="256"/>
            <ac:cxnSpMk id="5" creationId="{00473138-D0D7-12B4-B7C9-A61AF12DF5A0}"/>
          </ac:cxnSpMkLst>
        </pc:cxnChg>
        <pc:cxnChg chg="add mod">
          <ac:chgData name="Hedo, Nnamdi E" userId="0137d2af-d697-4102-b226-80f4af4142bc" providerId="ADAL" clId="{25680B4B-C29D-429E-99F0-FF91CFF74D1E}" dt="2026-02-26T22:29:15.743" v="13"/>
          <ac:cxnSpMkLst>
            <pc:docMk/>
            <pc:sldMk cId="2326271467" sldId="256"/>
            <ac:cxnSpMk id="8" creationId="{8819FDB2-782C-D9ED-A32B-B3301A4B49D0}"/>
          </ac:cxnSpMkLst>
        </pc:cxnChg>
        <pc:cxnChg chg="mod">
          <ac:chgData name="Hedo, Nnamdi E" userId="0137d2af-d697-4102-b226-80f4af4142bc" providerId="ADAL" clId="{25680B4B-C29D-429E-99F0-FF91CFF74D1E}" dt="2026-02-26T22:28:42.477" v="6" actId="14100"/>
          <ac:cxnSpMkLst>
            <pc:docMk/>
            <pc:sldMk cId="2326271467" sldId="256"/>
            <ac:cxnSpMk id="1051" creationId="{86DFECCE-53F1-7CDB-8942-07E0FC8F1B18}"/>
          </ac:cxnSpMkLst>
        </pc:cxnChg>
        <pc:cxnChg chg="mod">
          <ac:chgData name="Hedo, Nnamdi E" userId="0137d2af-d697-4102-b226-80f4af4142bc" providerId="ADAL" clId="{25680B4B-C29D-429E-99F0-FF91CFF74D1E}" dt="2026-02-26T22:42:06.263" v="161" actId="1076"/>
          <ac:cxnSpMkLst>
            <pc:docMk/>
            <pc:sldMk cId="2326271467" sldId="256"/>
            <ac:cxnSpMk id="1099" creationId="{2CA521ED-F3EC-947E-07B0-9648D8E2DCD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FB07-1239-439F-11DE-8682F1F32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395E7-0C50-924D-B945-AE27A993A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8A3A2-49DF-CBE2-01CF-854826EB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AD59-6A0B-F479-9932-6FB5B26C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4E625-8F1B-0B94-A0E2-3F464B68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20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59CC-EF61-DF4A-F271-3B22CDF3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E8055-2B1C-04EA-E934-C076CEB4E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56BE-95C2-961F-0A54-3DA8833D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EA855-A5ED-4E82-DF1A-4F124425E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9583-3401-77C4-EDF8-7F7C27D7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14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E07C-DEA5-41B4-3CE0-308D6194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28BCC-35C7-4547-0B26-977861DEE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945AB-2DFE-459E-5D59-10899492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74F5-60DF-5D3D-D4E1-2EAB7577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4007A-B774-062F-86C7-E40BA16E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27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6A8E-57EF-61A1-FA56-5FB0510A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4089-2705-D50E-B678-874DB7F1C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88660-3000-B98A-F2EC-093209A7C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C3239-DF39-8CA3-1C36-ED65724C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84C2F-EF1F-3A8C-8F88-193973F5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2B159-4E6B-32E7-334F-73E589B9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57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6525-8F51-5014-DC10-79F4B671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F4F2-34A0-F0C1-0EC2-C288D88C3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9E461-D89A-9931-213D-0D00069DE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56A34-02DF-7A31-538C-7A87524B3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5BF08-9BE9-0325-B248-E8B15D60A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709FF-1B02-408E-C43D-A0CA5EB6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E60184-E18C-2C04-4C0B-06F47196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CB343-1CC7-4D3B-3322-6E61F071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42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30A0-B9BC-6298-F7E1-B5101CE4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ECF42-0562-C833-68C2-1AF14AB1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FC949-5FC8-DFF2-E167-2FE04E94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AF894-0F48-3C67-578C-3C0F0D9D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94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3D126-4EA8-8CB2-8C71-F190BF2C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72026-5D63-BA15-5C0E-65399A94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09349-A780-2D03-7ACB-1240E149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955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1829-00FE-42F9-0D73-3F358DBB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A4BEA-F4E4-9A2F-6901-71FB6C14B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A37A2-6313-0BEE-BA55-6A8E80946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A3636-FDDE-BADE-F077-B5A0DB52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AF72F-2D03-E6F9-9BBF-8F827DF5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D3915-0FDF-B7F4-C100-3F4CA563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22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6348-A071-BE41-2839-54D50B0C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26B85-7B32-D23C-B272-8A759758F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F21A9-FF94-191E-9984-655B773FF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C319F-335E-6B90-C8E0-1A893F75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71AB9-0689-25AD-57EE-2EA1122E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8A296-A9FD-4126-BE9B-765541EF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57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D095-70EB-A310-16CB-0FCC9068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A9900-8F19-1C1E-964C-45C38E2D3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D2A65-30D5-3AA0-9B56-713085F9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FE4AA-7CF6-445E-DD3C-AB1C3681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F5D4-A84D-5160-790A-FE9F0063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81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FE702-B074-7830-AE5C-7E9AE6F86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E0D85-DA2C-89EB-4F5B-499B5C788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F2483-8C38-3D69-9BF7-55DE9942C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286D-3246-D820-72EE-7F174D17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B3745-EF83-9D89-E3B6-9CD12CEF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00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B1232-6F1A-BA33-1CD6-FC529685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EC657-2433-5819-7337-179D3D358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680AD-5C7B-1626-1637-728618A9E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69E3D-5A68-4DC3-959A-2D4D36636BA6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A2E7C-D2AD-C891-61A9-52181A95A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56080-8050-E5D2-8233-4A78B9213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9264A-7862-4E68-950D-AE2EA4DC0B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88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24031710-DDE9-2E69-85DB-151C00EF2F23}"/>
              </a:ext>
            </a:extLst>
          </p:cNvPr>
          <p:cNvSpPr txBox="1"/>
          <p:nvPr/>
        </p:nvSpPr>
        <p:spPr>
          <a:xfrm rot="481474">
            <a:off x="5519200" y="3850812"/>
            <a:ext cx="939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Successful Deployment</a:t>
            </a:r>
          </a:p>
        </p:txBody>
      </p: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1E8DD6DB-8011-90FC-63E5-5DD99E0AFA47}"/>
              </a:ext>
            </a:extLst>
          </p:cNvPr>
          <p:cNvGrpSpPr/>
          <p:nvPr/>
        </p:nvGrpSpPr>
        <p:grpSpPr>
          <a:xfrm>
            <a:off x="894780" y="488241"/>
            <a:ext cx="5365363" cy="5068552"/>
            <a:chOff x="561973" y="809625"/>
            <a:chExt cx="5365363" cy="5068552"/>
          </a:xfrm>
        </p:grpSpPr>
        <p:pic>
          <p:nvPicPr>
            <p:cNvPr id="1026" name="Picture 2" descr="GitHub Logo, symbol, meaning, history ...">
              <a:extLst>
                <a:ext uri="{FF2B5EF4-FFF2-40B4-BE49-F238E27FC236}">
                  <a16:creationId xmlns:a16="http://schemas.microsoft.com/office/drawing/2014/main" id="{0F996CDF-BB94-9F69-F249-90D3085E0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973" y="809625"/>
              <a:ext cx="952500" cy="533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itHub Actions - OpsMx">
              <a:extLst>
                <a:ext uri="{FF2B5EF4-FFF2-40B4-BE49-F238E27FC236}">
                  <a16:creationId xmlns:a16="http://schemas.microsoft.com/office/drawing/2014/main" id="{A85E9CCB-C5EE-4C66-1DC2-6955A60FE1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8695" y="1803417"/>
              <a:ext cx="1022650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Containers (Push-Pull in DockerHub ...">
              <a:extLst>
                <a:ext uri="{FF2B5EF4-FFF2-40B4-BE49-F238E27FC236}">
                  <a16:creationId xmlns:a16="http://schemas.microsoft.com/office/drawing/2014/main" id="{FFF530E3-23D0-0A9C-4ADA-6AC087CF51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1963" y="3613687"/>
              <a:ext cx="1316114" cy="685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7423C72E-26D3-BDDA-DADC-7B77A4214478}"/>
                </a:ext>
              </a:extLst>
            </p:cNvPr>
            <p:cNvCxnSpPr>
              <a:cxnSpLocks/>
              <a:stCxn id="1074" idx="2"/>
              <a:endCxn id="1042" idx="2"/>
            </p:cNvCxnSpPr>
            <p:nvPr/>
          </p:nvCxnSpPr>
          <p:spPr>
            <a:xfrm rot="5400000" flipH="1" flipV="1">
              <a:off x="3023322" y="4922772"/>
              <a:ext cx="132340" cy="1742870"/>
            </a:xfrm>
            <a:prstGeom prst="curvedConnector3">
              <a:avLst>
                <a:gd name="adj1" fmla="val -186187"/>
              </a:avLst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850A9F2E-E468-7E84-039D-6EE8F88BCB67}"/>
                </a:ext>
              </a:extLst>
            </p:cNvPr>
            <p:cNvCxnSpPr>
              <a:stCxn id="1026" idx="2"/>
              <a:endCxn id="1030" idx="1"/>
            </p:cNvCxnSpPr>
            <p:nvPr/>
          </p:nvCxnSpPr>
          <p:spPr>
            <a:xfrm rot="16200000" flipH="1">
              <a:off x="888232" y="1493016"/>
              <a:ext cx="960455" cy="660472"/>
            </a:xfrm>
            <a:prstGeom prst="curvedConnector2">
              <a:avLst/>
            </a:prstGeom>
            <a:ln>
              <a:solidFill>
                <a:schemeClr val="accent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42" name="Picture 18" descr="Rocket icon. Space rocket launch ...">
              <a:extLst>
                <a:ext uri="{FF2B5EF4-FFF2-40B4-BE49-F238E27FC236}">
                  <a16:creationId xmlns:a16="http://schemas.microsoft.com/office/drawing/2014/main" id="{7BDC4903-4BDD-BC2A-E068-406430E781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09" b="6909"/>
            <a:stretch>
              <a:fillRect/>
            </a:stretch>
          </p:blipFill>
          <p:spPr bwMode="auto">
            <a:xfrm rot="2288624">
              <a:off x="3872484" y="4471956"/>
              <a:ext cx="1045420" cy="140622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A01FC9-44B7-9D5B-A4A3-8CAF70AE8473}"/>
                </a:ext>
              </a:extLst>
            </p:cNvPr>
            <p:cNvSpPr txBox="1"/>
            <p:nvPr/>
          </p:nvSpPr>
          <p:spPr>
            <a:xfrm>
              <a:off x="1132429" y="1630202"/>
              <a:ext cx="4762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Push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B53A4B-6551-D689-8BF3-69829BCC7283}"/>
                </a:ext>
              </a:extLst>
            </p:cNvPr>
            <p:cNvSpPr txBox="1"/>
            <p:nvPr/>
          </p:nvSpPr>
          <p:spPr>
            <a:xfrm>
              <a:off x="2185564" y="3063880"/>
              <a:ext cx="11858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Build and Push Docker Image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723A75F-A7B1-3B24-788D-5A54718AB1FB}"/>
                </a:ext>
              </a:extLst>
            </p:cNvPr>
            <p:cNvSpPr txBox="1"/>
            <p:nvPr/>
          </p:nvSpPr>
          <p:spPr>
            <a:xfrm>
              <a:off x="2180924" y="4549539"/>
              <a:ext cx="1244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Deploy via SSH</a:t>
              </a:r>
            </a:p>
          </p:txBody>
        </p:sp>
        <p:pic>
          <p:nvPicPr>
            <p:cNvPr id="1033" name="Picture 1032" descr="A computer and a tablet on a desk&#10;&#10;AI-generated content may be incorrect.">
              <a:extLst>
                <a:ext uri="{FF2B5EF4-FFF2-40B4-BE49-F238E27FC236}">
                  <a16:creationId xmlns:a16="http://schemas.microsoft.com/office/drawing/2014/main" id="{CFA5F02F-B44C-141E-BF9E-8DECF1323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06413" y="2847710"/>
              <a:ext cx="1220923" cy="810145"/>
            </a:xfrm>
            <a:prstGeom prst="rect">
              <a:avLst/>
            </a:prstGeom>
          </p:spPr>
        </p:pic>
        <p:cxnSp>
          <p:nvCxnSpPr>
            <p:cNvPr id="1051" name="Connector: Curved 1050">
              <a:extLst>
                <a:ext uri="{FF2B5EF4-FFF2-40B4-BE49-F238E27FC236}">
                  <a16:creationId xmlns:a16="http://schemas.microsoft.com/office/drawing/2014/main" id="{86DFECCE-53F1-7CDB-8942-07E0FC8F1B18}"/>
                </a:ext>
              </a:extLst>
            </p:cNvPr>
            <p:cNvCxnSpPr>
              <a:cxnSpLocks/>
              <a:stCxn id="1042" idx="0"/>
              <a:endCxn id="1033" idx="2"/>
            </p:cNvCxnSpPr>
            <p:nvPr/>
          </p:nvCxnSpPr>
          <p:spPr>
            <a:xfrm rot="5400000" flipH="1" flipV="1">
              <a:off x="4591048" y="3896269"/>
              <a:ext cx="964241" cy="487414"/>
            </a:xfrm>
            <a:prstGeom prst="curvedConnector3">
              <a:avLst>
                <a:gd name="adj1" fmla="val 50000"/>
              </a:avLst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EE8EFA8F-9AC7-9725-FD59-1E4BC565E61E}"/>
              </a:ext>
            </a:extLst>
          </p:cNvPr>
          <p:cNvCxnSpPr>
            <a:cxnSpLocks/>
            <a:stCxn id="1030" idx="2"/>
            <a:endCxn id="1032" idx="0"/>
          </p:cNvCxnSpPr>
          <p:nvPr/>
        </p:nvCxnSpPr>
        <p:spPr>
          <a:xfrm>
            <a:off x="2542827" y="2482158"/>
            <a:ext cx="0" cy="8101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4" name="Picture 10" descr="Automation in AWS EC2: Launch Templates ...">
            <a:extLst>
              <a:ext uri="{FF2B5EF4-FFF2-40B4-BE49-F238E27FC236}">
                <a16:creationId xmlns:a16="http://schemas.microsoft.com/office/drawing/2014/main" id="{092203C8-50AB-BC8C-5B52-6C45727BD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343" y="4640213"/>
            <a:ext cx="773041" cy="8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1085" descr="A person with glasses and a computer&#10;&#10;AI-generated content may be incorrect.">
            <a:extLst>
              <a:ext uri="{FF2B5EF4-FFF2-40B4-BE49-F238E27FC236}">
                <a16:creationId xmlns:a16="http://schemas.microsoft.com/office/drawing/2014/main" id="{28B0EFAB-9FF9-5FC3-0DFD-7EEC1BAA0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40" y="961918"/>
            <a:ext cx="952500" cy="1040230"/>
          </a:xfrm>
          <a:prstGeom prst="rect">
            <a:avLst/>
          </a:prstGeom>
        </p:spPr>
      </p:pic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48F8B6FE-0F0D-7F79-F826-BEA25C8CA163}"/>
              </a:ext>
            </a:extLst>
          </p:cNvPr>
          <p:cNvCxnSpPr>
            <a:cxnSpLocks/>
            <a:stCxn id="1032" idx="2"/>
            <a:endCxn id="1074" idx="0"/>
          </p:cNvCxnSpPr>
          <p:nvPr/>
        </p:nvCxnSpPr>
        <p:spPr>
          <a:xfrm>
            <a:off x="2542827" y="3977867"/>
            <a:ext cx="8037" cy="6623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: Curved 1098">
            <a:extLst>
              <a:ext uri="{FF2B5EF4-FFF2-40B4-BE49-F238E27FC236}">
                <a16:creationId xmlns:a16="http://schemas.microsoft.com/office/drawing/2014/main" id="{2CA521ED-F3EC-947E-07B0-9648D8E2DCDD}"/>
              </a:ext>
            </a:extLst>
          </p:cNvPr>
          <p:cNvCxnSpPr>
            <a:cxnSpLocks/>
            <a:stCxn id="23" idx="3"/>
            <a:endCxn id="1086" idx="1"/>
          </p:cNvCxnSpPr>
          <p:nvPr/>
        </p:nvCxnSpPr>
        <p:spPr>
          <a:xfrm>
            <a:off x="6123246" y="1077473"/>
            <a:ext cx="1543894" cy="404560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4" name="TextBox 1103">
            <a:extLst>
              <a:ext uri="{FF2B5EF4-FFF2-40B4-BE49-F238E27FC236}">
                <a16:creationId xmlns:a16="http://schemas.microsoft.com/office/drawing/2014/main" id="{8E2AEAC6-13F1-0C70-005B-83016348FC52}"/>
              </a:ext>
            </a:extLst>
          </p:cNvPr>
          <p:cNvSpPr txBox="1"/>
          <p:nvPr/>
        </p:nvSpPr>
        <p:spPr>
          <a:xfrm>
            <a:off x="6482154" y="575117"/>
            <a:ext cx="1102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Secure user access via public URL 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0B64E7BD-25E5-A966-FFD8-967936245E04}"/>
              </a:ext>
            </a:extLst>
          </p:cNvPr>
          <p:cNvSpPr txBox="1"/>
          <p:nvPr/>
        </p:nvSpPr>
        <p:spPr>
          <a:xfrm>
            <a:off x="2856979" y="5870666"/>
            <a:ext cx="1248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Container startup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00473138-D0D7-12B4-B7C9-A61AF12DF5A0}"/>
              </a:ext>
            </a:extLst>
          </p:cNvPr>
          <p:cNvCxnSpPr>
            <a:cxnSpLocks/>
            <a:stCxn id="1033" idx="0"/>
            <a:endCxn id="23" idx="2"/>
          </p:cNvCxnSpPr>
          <p:nvPr/>
        </p:nvCxnSpPr>
        <p:spPr>
          <a:xfrm rot="16200000" flipV="1">
            <a:off x="5162038" y="2038681"/>
            <a:ext cx="838392" cy="136897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B75718-87D2-00C9-EAE7-5FEFFAEB4DD2}"/>
              </a:ext>
            </a:extLst>
          </p:cNvPr>
          <p:cNvSpPr txBox="1"/>
          <p:nvPr/>
        </p:nvSpPr>
        <p:spPr>
          <a:xfrm rot="21224756">
            <a:off x="5591840" y="1838805"/>
            <a:ext cx="1113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Let’s Encrypt certificate install</a:t>
            </a:r>
          </a:p>
        </p:txBody>
      </p:sp>
      <p:pic>
        <p:nvPicPr>
          <p:cNvPr id="23" name="Picture 6" descr="Certbot auto restart Nginx | How-to">
            <a:extLst>
              <a:ext uri="{FF2B5EF4-FFF2-40B4-BE49-F238E27FC236}">
                <a16:creationId xmlns:a16="http://schemas.microsoft.com/office/drawing/2014/main" id="{F5A986F6-16DA-36FA-05ED-4530D206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323" y="467011"/>
            <a:ext cx="1220923" cy="122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27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University of Wolverhampton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Hedo, Nnamdi E</dc:creator>
  <cp:lastModifiedBy>Hedo, Nnamdi E</cp:lastModifiedBy>
  <cp:revision>1</cp:revision>
  <dcterms:created xsi:type="dcterms:W3CDTF">2026-02-26T13:51:29Z</dcterms:created>
  <dcterms:modified xsi:type="dcterms:W3CDTF">2026-02-26T22:42:24Z</dcterms:modified>
</cp:coreProperties>
</file>